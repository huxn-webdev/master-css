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40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9811" y="422840"/>
            <a:ext cx="9448800" cy="1825096"/>
          </a:xfrm>
        </p:spPr>
        <p:txBody>
          <a:bodyPr/>
          <a:lstStyle/>
          <a:p>
            <a:pPr algn="r"/>
            <a:r>
              <a:rPr lang="en-US" dirty="0" smtClean="0"/>
              <a:t>What is html?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7811" y="2637118"/>
            <a:ext cx="9448800" cy="212314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Hyper Text Markup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Responsible for Structuring web-pages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It’s just a markup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HTML is necessary for web dev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73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</TotalTime>
  <Words>23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Vapor Trail</vt:lpstr>
      <vt:lpstr>What is html?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html?</dc:title>
  <dc:creator>T.C.M</dc:creator>
  <cp:lastModifiedBy>T.C.M</cp:lastModifiedBy>
  <cp:revision>1</cp:revision>
  <dcterms:created xsi:type="dcterms:W3CDTF">2021-03-23T17:10:18Z</dcterms:created>
  <dcterms:modified xsi:type="dcterms:W3CDTF">2021-03-23T17:13:34Z</dcterms:modified>
</cp:coreProperties>
</file>