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9811" y="422840"/>
            <a:ext cx="9448800" cy="1825096"/>
          </a:xfrm>
        </p:spPr>
        <p:txBody>
          <a:bodyPr/>
          <a:lstStyle/>
          <a:p>
            <a:pPr algn="r"/>
            <a:r>
              <a:rPr lang="en-US" dirty="0" smtClean="0"/>
              <a:t>What is </a:t>
            </a:r>
            <a:r>
              <a:rPr lang="en-US" dirty="0" smtClean="0"/>
              <a:t>CSS?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7811" y="2559480"/>
            <a:ext cx="9448800" cy="212314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Cascading Style Sheet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Responsible for </a:t>
            </a:r>
            <a:r>
              <a:rPr lang="en-US" sz="2400" dirty="0" smtClean="0"/>
              <a:t>Styling </a:t>
            </a:r>
            <a:r>
              <a:rPr lang="en-US" sz="2400" dirty="0" smtClean="0"/>
              <a:t>web-pages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It’s just a markup </a:t>
            </a:r>
            <a:r>
              <a:rPr lang="en-US" sz="2400" dirty="0" smtClean="0"/>
              <a:t>language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773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21</TotalTime>
  <Words>16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Vapor Trail</vt:lpstr>
      <vt:lpstr>What is CSS?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html?</dc:title>
  <dc:creator>T.C.M</dc:creator>
  <cp:lastModifiedBy>T.C.M</cp:lastModifiedBy>
  <cp:revision>3</cp:revision>
  <dcterms:created xsi:type="dcterms:W3CDTF">2021-03-23T17:10:18Z</dcterms:created>
  <dcterms:modified xsi:type="dcterms:W3CDTF">2021-03-24T16:58:40Z</dcterms:modified>
</cp:coreProperties>
</file>